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Qtr 1</c:v>
                </c:pt>
                <c:pt idx="1">
                  <c:v>Qtr 2</c:v>
                </c:pt>
                <c:pt idx="2">
                  <c:v>Qtr 3</c:v>
                </c:pt>
                <c:pt idx="3">
                  <c:v>Qtr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</c:v>
                </c:pt>
                <c:pt idx="1">
                  <c:v>1255</c:v>
                </c:pt>
                <c:pt idx="2">
                  <c:v>1300</c:v>
                </c:pt>
                <c:pt idx="3">
                  <c:v>1262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27-4285-91E0-AAC1BD2D8F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Congestive HF</c:v>
                </c:pt>
                <c:pt idx="1">
                  <c:v>Pregnancy</c:v>
                </c:pt>
                <c:pt idx="2">
                  <c:v>Appendicitis</c:v>
                </c:pt>
                <c:pt idx="3">
                  <c:v>Myocardial Inf.</c:v>
                </c:pt>
                <c:pt idx="4">
                  <c:v>Chest Pain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310</c:v>
                </c:pt>
                <c:pt idx="1">
                  <c:v>290</c:v>
                </c:pt>
                <c:pt idx="2">
                  <c:v>270</c:v>
                </c:pt>
                <c:pt idx="3">
                  <c:v>260</c:v>
                </c:pt>
                <c:pt idx="4">
                  <c:v>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F-4273-B2B6-78C30E5EEF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67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7E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578608"/>
            <a:ext cx="1371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hospital admission data to uncover patterns in patient demographics, diagnoses, and care delivery — and translate them into actionable strategies.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1828800" cy="777240"/>
          </a:xfrm>
          <a:prstGeom prst="rect">
            <a:avLst/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4133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4,529 Admissions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3794760"/>
            <a:ext cx="1828800" cy="777240"/>
          </a:xfrm>
          <a:prstGeom prst="rect">
            <a:avLst/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4133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Specialists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794760"/>
            <a:ext cx="1828800" cy="777240"/>
          </a:xfrm>
          <a:prstGeom prst="rect">
            <a:avLst/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133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SQL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3794760"/>
            <a:ext cx="1828800" cy="777240"/>
          </a:xfrm>
          <a:prstGeom prst="rect">
            <a:avLst/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4133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874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601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4,529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1874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68680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9601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78608" y="15727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Doctors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868680"/>
            <a:ext cx="1874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68680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9601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81728" y="15727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Patients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868680"/>
            <a:ext cx="1874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868680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9601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84848" y="15727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Patients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2331720"/>
            <a:ext cx="2240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233172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2423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75.25%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32688" y="298094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born in 90s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331720"/>
            <a:ext cx="2240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33172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423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24.75%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493008" y="298094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born in 2000s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2331720"/>
            <a:ext cx="2240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0" y="2331720"/>
            <a:ext cx="54864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53328" y="2423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053328" y="298094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Diagnosis Types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Trend by Quarter</a:t>
            </a:r>
            <a:endParaRPr lang="en-US" sz="1200" dirty="0"/>
          </a:p>
        </p:txBody>
      </p:sp>
      <p:graphicFrame>
        <p:nvGraphicFramePr>
          <p:cNvPr id="33" name="Chart 0"/>
          <p:cNvGraphicFramePr/>
          <p:nvPr>
            <p:extLst>
              <p:ext uri="{D42A27DB-BD31-4B8C-83A1-F6EECF244321}">
                <p14:modId xmlns:p14="http://schemas.microsoft.com/office/powerpoint/2010/main" val="2673729089"/>
              </p:ext>
            </p:extLst>
          </p:nvPr>
        </p:nvGraphicFramePr>
        <p:xfrm>
          <a:off x="365760" y="3977640"/>
          <a:ext cx="4114800" cy="96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Text 31"/>
          <p:cNvSpPr/>
          <p:nvPr/>
        </p:nvSpPr>
        <p:spPr>
          <a:xfrm>
            <a:off x="475488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Diagnoses</a:t>
            </a:r>
            <a:endParaRPr lang="en-US" sz="1200" dirty="0"/>
          </a:p>
        </p:txBody>
      </p:sp>
      <p:graphicFrame>
        <p:nvGraphicFramePr>
          <p:cNvPr id="35" name="Chart 1"/>
          <p:cNvGraphicFramePr/>
          <p:nvPr/>
        </p:nvGraphicFramePr>
        <p:xfrm>
          <a:off x="4663440" y="3977640"/>
          <a:ext cx="420624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14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261872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patients account for 54.4% of total admissions vs. 45.6% female. This gap holds across all diagnosis categories, suggesting male patients are admitted at higher rates across most conditions.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2296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914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Patterns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261872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born in the 1990s make up 75.25% of all admissions, far outnumbering those born in the 2000s (24.75%). The dataset spans births from 1919 to 2018, indicating a broad patient age range.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2296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914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Diagnoses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6208" y="1261872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Congestive Heart Failure (CHF) and Pregnancy top the diagnosis list, followed by Appendicitis, Myocardial Infarction, and Chest Pain. Cardiovascular and maternal health conditions dominate the caseload.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Profile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227832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 (No Known Allergies) is the most common allergy record, followed by Penicillin and Codeine. This data is essential for safe prescribing practices and medication planning.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7889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78892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Seasonality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227832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peak in Qtr 3 (~1,300) and dip in Qtr 1 (~1,240). This consistent quarterly pattern can guide staffing, resource allocation, and seasonal preparedness.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8892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Coverage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3227832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doctors across 15+ specialties cover the hospital's needs. Cardiology, Respiratory, and Obstetrics/Gynecology have multiple practitioners, reflecting the volume of cardiovascular and maternal cases.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D7E2B-0230-BC1E-5410-D6379A157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22"/>
            <a:ext cx="9144000" cy="511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960120"/>
            <a:ext cx="38404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601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Cardiovascular Programs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269748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3560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and Myocardial Infarction are the leading diagnoses. Investing in specialized cardiac care units, preventive screening, and patient education programs will reduce readmission rates.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960120"/>
            <a:ext cx="38404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9601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3048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Qtr 1 Readiness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353312"/>
            <a:ext cx="269748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43560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shows the lowest admissions, which may reflect under-utilization or reduced access. Targeted outreach and flexible scheduling can help maintain consistent care delivery year-round.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8229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960120"/>
            <a:ext cx="38404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9601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93408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Gender-Specific Health Gaps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353312"/>
            <a:ext cx="269748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43560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males admitted at higher rates across most conditions, gender-targeted preventive care programs — especially for cardiovascular health — could reduce avoidable hospitalizations.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2971800"/>
            <a:ext cx="38404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718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Allergy Documentation Practices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364992"/>
            <a:ext cx="269748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44728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volume of NKA records warrants a documentation audit. Accurate allergy data is critical for patient safety, especially for Penicillin and Codeine, the next most common recorded allergies.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834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55848" y="2971800"/>
            <a:ext cx="38404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9718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13048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Specialist Staffing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364992"/>
            <a:ext cx="269748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44728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specialty coverage aligns with admission volume — particularly in Cardiology, Respiratory, and OB/GYN where caseloads are highest. Consider cross-training for surge periods.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283464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2971800"/>
            <a:ext cx="384048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29718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93408" y="2971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SQL Insights for Ongoing Monitoring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364992"/>
            <a:ext cx="269748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3447288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queries built in this project enable repeatable reporting. Deploy them as scheduled reports to track admission trends, patient demographics, and diagnosis patterns in real time.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507</Words>
  <Application>Microsoft Office PowerPoint</Application>
  <PresentationFormat>On-screen Show (16:9)</PresentationFormat>
  <Paragraphs>64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Data Analytics – Project Report</dc:title>
  <dc:subject>PptxGenJS Presentation</dc:subject>
  <dc:creator>PptxGenJS</dc:creator>
  <cp:lastModifiedBy>lavanyan511@outlook.com</cp:lastModifiedBy>
  <cp:revision>3</cp:revision>
  <dcterms:created xsi:type="dcterms:W3CDTF">2026-05-29T02:23:04Z</dcterms:created>
  <dcterms:modified xsi:type="dcterms:W3CDTF">2026-05-29T02:40:30Z</dcterms:modified>
</cp:coreProperties>
</file>